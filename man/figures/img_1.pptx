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300" d="100"/>
          <a:sy n="300" d="100"/>
        </p:scale>
        <p:origin x="-1421" y="-12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E7EC5-5210-4448-D792-CF4D3914A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197FCC-E7EC-ED2A-DD7A-0449BE953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B23DEB-9ADB-E2F7-E72A-824EC57F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582794-D03A-DF14-2B30-7764838E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EB6F2C-B5D3-C07A-B801-1604E9A1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66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5B1AE-B1A8-F3AA-0DB8-ED5ED183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262DB7-1219-DE0E-AF5E-05E84C46E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AE6499-8A6D-4AF5-E7CE-1385368A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0EB474-4773-AA78-D11E-9BB498EA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F909FE-3036-F228-4253-C1E7597E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77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AA238-845C-37B9-2021-493F5AC4A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F57097-A6F6-9461-058D-CE9D3BD5D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78F010-83A9-4F0C-4616-C5560452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094762-61A8-3AC4-3C9D-070CF4D6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96B078-1497-BBB0-592E-59735E4C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6264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9BD88-4293-4F5E-1776-523566EA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9FED45-1D51-8F9E-AF27-0B0E73A7F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88D89A-83DC-5EFC-BA21-D748431D3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3E8101-12B0-0468-0DCC-013FBF77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52500C-5ECE-0723-9DE4-48EF8D21F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1A4B7B-441D-DD01-6BD2-219A7BBC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77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536F3-94B2-759F-6D00-DBA47CB1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0413F6-7152-57F5-B34B-B2EC437E7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42CF9C-29B0-BA48-DDCA-0097C6244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C72B00-5AFE-4DEA-A2C4-4AFCF09EA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8C9F406-8456-18EE-AF95-ED5CC26EA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AF1E96-A578-44D9-680A-5BD8E024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A237C6-6794-E1C4-AE44-127BDA0B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ED7D6C-A97E-B98E-FE7C-5B876B5E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861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AA304D-B4B3-78D6-3028-D154CD05A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AB900D-FA50-0D77-80EC-5B000972E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A5611D-11C2-B4B6-9BBC-6B36528F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278D0C-C45E-D4F5-EDAB-40B749562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2368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228108C-566B-8500-AA6F-8BE44690D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3E1FD-4BCF-4EB0-AA12-D46070D8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2FEA0E-EDB8-025C-9554-2032D7AC3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562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58D9E-F338-300A-39B0-A9CBCD107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30E662-EEF2-E2C2-6494-99DD3046A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57E97F-2F12-69E0-7A25-EC93B1EBF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78B0C2-7F93-17E6-7C72-9D71FB25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B37BF8-97C0-554E-C261-8BFD3BBE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D9F56A-9CB8-FFD3-F34C-0AFA30E7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4240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A1C26-3E82-FE30-3ECB-42F8660EC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90792E8-F674-3394-9F99-38A55A4911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63E03C-6EE0-C147-E1C8-FB50CA9A9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5EDDA0-4626-34A3-A265-54CEAFBA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6DA8F0-7CB4-1E99-E142-1E6E8BC5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7B0900-22C6-7923-E36A-9172E9D6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326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CADFC-9B50-D17E-C34D-0362F28A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E1AA31-180D-B9E4-51D2-5E6EEEB2E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A12D71-7379-0AAF-4901-100993A90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30BD36-877C-AA3C-7ED9-B5BDA32A1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B841AD-61B9-034D-F9AB-B5F4F8A4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4060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E64B7A-0B05-FFCC-F600-046A8C735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AA66BE-2200-CA00-A420-B22E76891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DC0D3C-7ECB-1A12-A8D5-6F7BEFBFD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802415-B046-C240-90C7-C00061CF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AC6D1-8E68-1434-E0D5-7C4FA459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831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92668A9-52FB-9A9D-B716-AB1A41CC7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F6D486-4350-F43F-76CA-6A1005910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48143E-747C-E64A-5B23-6211C4388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5730F-7B88-4CF5-BD06-13D73617B286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8B0EAD-581D-7A1B-E113-C70B6AD46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21AE47-9BE9-4326-C9F3-B5D158C95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6BB92-8AB9-4AC8-8A41-59FFEF3F3C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7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103A839-0A8B-617D-9C47-4ED917C10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468" y="963168"/>
            <a:ext cx="1306689" cy="1383792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375AA62-B849-5683-D591-A7FB930C8293}"/>
              </a:ext>
            </a:extLst>
          </p:cNvPr>
          <p:cNvSpPr/>
          <p:nvPr/>
        </p:nvSpPr>
        <p:spPr>
          <a:xfrm>
            <a:off x="8510016" y="3429000"/>
            <a:ext cx="219456" cy="57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0D60382-16AF-0D6D-A36D-E42F3C7D0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989" y="964797"/>
            <a:ext cx="214371" cy="813482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308825E-10BE-1256-C4A0-2A4F7AC49693}"/>
              </a:ext>
            </a:extLst>
          </p:cNvPr>
          <p:cNvCxnSpPr>
            <a:cxnSpLocks/>
          </p:cNvCxnSpPr>
          <p:nvPr/>
        </p:nvCxnSpPr>
        <p:spPr>
          <a:xfrm flipV="1">
            <a:off x="2190044" y="2639710"/>
            <a:ext cx="2134737" cy="18116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72A5216-45A8-50B7-5BCA-AD7DAB891DBD}"/>
              </a:ext>
            </a:extLst>
          </p:cNvPr>
          <p:cNvCxnSpPr>
            <a:cxnSpLocks/>
          </p:cNvCxnSpPr>
          <p:nvPr/>
        </p:nvCxnSpPr>
        <p:spPr>
          <a:xfrm flipV="1">
            <a:off x="2177924" y="2330636"/>
            <a:ext cx="2104059" cy="618271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34F5EA5-49EC-429F-F5AA-6B5FA3C1615F}"/>
              </a:ext>
            </a:extLst>
          </p:cNvPr>
          <p:cNvCxnSpPr>
            <a:cxnSpLocks/>
          </p:cNvCxnSpPr>
          <p:nvPr/>
        </p:nvCxnSpPr>
        <p:spPr>
          <a:xfrm>
            <a:off x="2190044" y="2646808"/>
            <a:ext cx="2187761" cy="349161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30C85E2B-E73D-91D3-9B30-3A6746560C0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72910" y1="71061" x2="72910" y2="71061"/>
                        <a14:foregroundMark x1="15480" y1="64952" x2="15480" y2="64952"/>
                        <a14:foregroundMark x1="11146" y1="73955" x2="11146" y2="739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9954" y="1819198"/>
            <a:ext cx="1147394" cy="552383"/>
          </a:xfrm>
          <a:prstGeom prst="rect">
            <a:avLst/>
          </a:prstGeom>
        </p:spPr>
      </p:pic>
      <p:cxnSp>
        <p:nvCxnSpPr>
          <p:cNvPr id="27" name="Conector: curvado 26">
            <a:extLst>
              <a:ext uri="{FF2B5EF4-FFF2-40B4-BE49-F238E27FC236}">
                <a16:creationId xmlns:a16="http://schemas.microsoft.com/office/drawing/2014/main" id="{5140A97A-F256-03AD-3AE3-4142DF1DA1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525392" y="2071595"/>
            <a:ext cx="418839" cy="166936"/>
          </a:xfrm>
          <a:prstGeom prst="curvedConnector3">
            <a:avLst>
              <a:gd name="adj1" fmla="val 154579"/>
            </a:avLst>
          </a:prstGeom>
          <a:ln w="9525" cap="flat" cmpd="sng" algn="ctr">
            <a:solidFill>
              <a:srgbClr val="FF0000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AD485787-7903-CFF3-5CC4-8B487D3EED0E}"/>
              </a:ext>
            </a:extLst>
          </p:cNvPr>
          <p:cNvCxnSpPr>
            <a:cxnSpLocks/>
          </p:cNvCxnSpPr>
          <p:nvPr/>
        </p:nvCxnSpPr>
        <p:spPr>
          <a:xfrm flipV="1">
            <a:off x="4101770" y="1019927"/>
            <a:ext cx="0" cy="703221"/>
          </a:xfrm>
          <a:prstGeom prst="straightConnector1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B85C086-2932-899D-40DB-56F6A366C41E}"/>
              </a:ext>
            </a:extLst>
          </p:cNvPr>
          <p:cNvCxnSpPr>
            <a:cxnSpLocks/>
          </p:cNvCxnSpPr>
          <p:nvPr/>
        </p:nvCxnSpPr>
        <p:spPr>
          <a:xfrm>
            <a:off x="2177468" y="1034139"/>
            <a:ext cx="0" cy="2445661"/>
          </a:xfrm>
          <a:prstGeom prst="line">
            <a:avLst/>
          </a:prstGeom>
          <a:ln w="127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Rectángulo 68">
            <a:extLst>
              <a:ext uri="{FF2B5EF4-FFF2-40B4-BE49-F238E27FC236}">
                <a16:creationId xmlns:a16="http://schemas.microsoft.com/office/drawing/2014/main" id="{AB5401D8-BE7D-6641-E666-05972A21E9E5}"/>
              </a:ext>
            </a:extLst>
          </p:cNvPr>
          <p:cNvSpPr/>
          <p:nvPr/>
        </p:nvSpPr>
        <p:spPr>
          <a:xfrm>
            <a:off x="4281526" y="878840"/>
            <a:ext cx="1514526" cy="2971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C45FBEF5-18A2-DD2C-268A-543582C1A81D}"/>
              </a:ext>
            </a:extLst>
          </p:cNvPr>
          <p:cNvSpPr/>
          <p:nvPr/>
        </p:nvSpPr>
        <p:spPr>
          <a:xfrm>
            <a:off x="1674535" y="595252"/>
            <a:ext cx="624393" cy="5684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E336719D-E196-645E-6C20-253C9036AAD3}"/>
              </a:ext>
            </a:extLst>
          </p:cNvPr>
          <p:cNvSpPr/>
          <p:nvPr/>
        </p:nvSpPr>
        <p:spPr>
          <a:xfrm>
            <a:off x="2007713" y="3139494"/>
            <a:ext cx="624393" cy="5684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532AD8DC-DDF4-A688-94ED-F5B30A42FABC}"/>
              </a:ext>
            </a:extLst>
          </p:cNvPr>
          <p:cNvSpPr/>
          <p:nvPr/>
        </p:nvSpPr>
        <p:spPr>
          <a:xfrm>
            <a:off x="3093193" y="2296421"/>
            <a:ext cx="286858" cy="295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2A3A4FE4-B268-C8C8-6B2B-60D3892ED600}"/>
              </a:ext>
            </a:extLst>
          </p:cNvPr>
          <p:cNvSpPr/>
          <p:nvPr/>
        </p:nvSpPr>
        <p:spPr>
          <a:xfrm>
            <a:off x="3995470" y="1105908"/>
            <a:ext cx="80595" cy="71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0" name="Imagen 79">
            <a:extLst>
              <a:ext uri="{FF2B5EF4-FFF2-40B4-BE49-F238E27FC236}">
                <a16:creationId xmlns:a16="http://schemas.microsoft.com/office/drawing/2014/main" id="{2BB68211-6B25-570B-C1D6-F38100E5F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2029" y="3145511"/>
            <a:ext cx="627942" cy="566977"/>
          </a:xfrm>
          <a:prstGeom prst="rect">
            <a:avLst/>
          </a:prstGeom>
        </p:spPr>
      </p:pic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CE7575B3-A320-6D78-1C6B-072ACE0864A7}"/>
              </a:ext>
            </a:extLst>
          </p:cNvPr>
          <p:cNvCxnSpPr>
            <a:cxnSpLocks/>
          </p:cNvCxnSpPr>
          <p:nvPr/>
        </p:nvCxnSpPr>
        <p:spPr>
          <a:xfrm>
            <a:off x="2177925" y="3132574"/>
            <a:ext cx="2190010" cy="999"/>
          </a:xfrm>
          <a:prstGeom prst="line">
            <a:avLst/>
          </a:prstGeom>
          <a:ln w="127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D4D04A38-1EE7-9513-A910-EEC85389FF93}"/>
              </a:ext>
            </a:extLst>
          </p:cNvPr>
          <p:cNvSpPr txBox="1"/>
          <p:nvPr/>
        </p:nvSpPr>
        <p:spPr>
          <a:xfrm>
            <a:off x="3082844" y="3102652"/>
            <a:ext cx="35257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b="1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B9EB1DD-94FF-BC6F-1063-9599DC440101}"/>
              </a:ext>
            </a:extLst>
          </p:cNvPr>
          <p:cNvSpPr txBox="1"/>
          <p:nvPr/>
        </p:nvSpPr>
        <p:spPr>
          <a:xfrm rot="16200000">
            <a:off x="1572397" y="1849056"/>
            <a:ext cx="10778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b="1" noProof="0" dirty="0">
                <a:solidFill>
                  <a:schemeClr val="bg1">
                    <a:lumMod val="65000"/>
                  </a:schemeClr>
                </a:solidFill>
              </a:rPr>
              <a:t>Spatial / Thermal response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84F4CDA-F364-3FA0-ED7D-76C3AE0CC8AF}"/>
              </a:ext>
            </a:extLst>
          </p:cNvPr>
          <p:cNvSpPr txBox="1"/>
          <p:nvPr/>
        </p:nvSpPr>
        <p:spPr>
          <a:xfrm>
            <a:off x="3426762" y="2240257"/>
            <a:ext cx="2716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b="1" dirty="0">
                <a:solidFill>
                  <a:schemeClr val="bg1">
                    <a:lumMod val="65000"/>
                  </a:schemeClr>
                </a:solidFill>
              </a:rPr>
              <a:t>SD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35B91C6-3025-119E-3393-4CDA4A4634EB}"/>
              </a:ext>
            </a:extLst>
          </p:cNvPr>
          <p:cNvSpPr txBox="1"/>
          <p:nvPr/>
        </p:nvSpPr>
        <p:spPr>
          <a:xfrm>
            <a:off x="3783662" y="1827152"/>
            <a:ext cx="2716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b="1" dirty="0">
                <a:solidFill>
                  <a:schemeClr val="bg1">
                    <a:lumMod val="65000"/>
                  </a:schemeClr>
                </a:solidFill>
              </a:rPr>
              <a:t>SA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B1ED85-F024-D39B-F61B-92F985C99374}"/>
              </a:ext>
            </a:extLst>
          </p:cNvPr>
          <p:cNvSpPr txBox="1"/>
          <p:nvPr/>
        </p:nvSpPr>
        <p:spPr>
          <a:xfrm>
            <a:off x="4041449" y="957623"/>
            <a:ext cx="2716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b="1" dirty="0">
                <a:solidFill>
                  <a:schemeClr val="bg1">
                    <a:lumMod val="65000"/>
                  </a:schemeClr>
                </a:solidFill>
              </a:rPr>
              <a:t>TT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E4FA5F2-E481-F1C0-071A-9D78030EA2C5}"/>
              </a:ext>
            </a:extLst>
          </p:cNvPr>
          <p:cNvSpPr txBox="1"/>
          <p:nvPr/>
        </p:nvSpPr>
        <p:spPr>
          <a:xfrm>
            <a:off x="4038017" y="1627525"/>
            <a:ext cx="2716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b="1" dirty="0">
                <a:solidFill>
                  <a:schemeClr val="bg1">
                    <a:lumMod val="65000"/>
                  </a:schemeClr>
                </a:solidFill>
              </a:rPr>
              <a:t>TA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A7D0622-0970-92EB-29D5-9B597CC73A6D}"/>
              </a:ext>
            </a:extLst>
          </p:cNvPr>
          <p:cNvSpPr txBox="1"/>
          <p:nvPr/>
        </p:nvSpPr>
        <p:spPr>
          <a:xfrm>
            <a:off x="2882716" y="1060719"/>
            <a:ext cx="2716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b="1" dirty="0">
                <a:solidFill>
                  <a:schemeClr val="bg1">
                    <a:lumMod val="65000"/>
                  </a:schemeClr>
                </a:solidFill>
              </a:rPr>
              <a:t>SP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01C84B9-B0C3-F94D-38FE-196FFA47F281}"/>
              </a:ext>
            </a:extLst>
          </p:cNvPr>
          <p:cNvSpPr txBox="1"/>
          <p:nvPr/>
        </p:nvSpPr>
        <p:spPr>
          <a:xfrm>
            <a:off x="2763217" y="1597998"/>
            <a:ext cx="2716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b="1" dirty="0">
                <a:solidFill>
                  <a:schemeClr val="bg1">
                    <a:lumMod val="65000"/>
                  </a:schemeClr>
                </a:solidFill>
              </a:rPr>
              <a:t>SC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6FB8376-D7C8-1E37-53D1-10A7FD7A457D}"/>
              </a:ext>
            </a:extLst>
          </p:cNvPr>
          <p:cNvSpPr txBox="1"/>
          <p:nvPr/>
        </p:nvSpPr>
        <p:spPr>
          <a:xfrm rot="20586621">
            <a:off x="3949120" y="2317163"/>
            <a:ext cx="4562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b="1" dirty="0">
                <a:solidFill>
                  <a:schemeClr val="bg1">
                    <a:lumMod val="65000"/>
                  </a:schemeClr>
                </a:solidFill>
              </a:rPr>
              <a:t>SA / TT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8C51153-A0FF-63ED-A8EF-12F8E7633097}"/>
              </a:ext>
            </a:extLst>
          </p:cNvPr>
          <p:cNvSpPr txBox="1"/>
          <p:nvPr/>
        </p:nvSpPr>
        <p:spPr>
          <a:xfrm>
            <a:off x="2627385" y="1283113"/>
            <a:ext cx="2716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b="1" dirty="0">
                <a:solidFill>
                  <a:schemeClr val="bg1">
                    <a:lumMod val="65000"/>
                  </a:schemeClr>
                </a:solidFill>
              </a:rPr>
              <a:t>SD</a:t>
            </a:r>
          </a:p>
        </p:txBody>
      </p: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3B80C66A-0535-1A0E-510C-8A008289F61E}"/>
              </a:ext>
            </a:extLst>
          </p:cNvPr>
          <p:cNvCxnSpPr>
            <a:cxnSpLocks/>
          </p:cNvCxnSpPr>
          <p:nvPr/>
        </p:nvCxnSpPr>
        <p:spPr>
          <a:xfrm>
            <a:off x="2394799" y="1198241"/>
            <a:ext cx="643997" cy="492090"/>
          </a:xfrm>
          <a:prstGeom prst="curvedConnector2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B22863C-2B66-2EA9-7B35-1567D3F47758}"/>
              </a:ext>
            </a:extLst>
          </p:cNvPr>
          <p:cNvSpPr txBox="1"/>
          <p:nvPr/>
        </p:nvSpPr>
        <p:spPr>
          <a:xfrm rot="21292436">
            <a:off x="3965933" y="2600423"/>
            <a:ext cx="4562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b="1" dirty="0">
                <a:solidFill>
                  <a:schemeClr val="bg1">
                    <a:lumMod val="65000"/>
                  </a:schemeClr>
                </a:solidFill>
              </a:rPr>
              <a:t>SC / TC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E922C39-3FE3-07E5-0300-4395D357800D}"/>
              </a:ext>
            </a:extLst>
          </p:cNvPr>
          <p:cNvSpPr txBox="1"/>
          <p:nvPr/>
        </p:nvSpPr>
        <p:spPr>
          <a:xfrm rot="593241">
            <a:off x="3932088" y="2917025"/>
            <a:ext cx="4562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b="1" dirty="0">
                <a:solidFill>
                  <a:schemeClr val="bg1">
                    <a:lumMod val="65000"/>
                  </a:schemeClr>
                </a:solidFill>
              </a:rPr>
              <a:t>SD / TA</a:t>
            </a:r>
          </a:p>
        </p:txBody>
      </p:sp>
    </p:spTree>
    <p:extLst>
      <p:ext uri="{BB962C8B-B14F-4D97-AF65-F5344CB8AC3E}">
        <p14:creationId xmlns:p14="http://schemas.microsoft.com/office/powerpoint/2010/main" val="40312652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</Words>
  <Application>Microsoft Office PowerPoint</Application>
  <PresentationFormat>Panorámica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Mingarro López</dc:creator>
  <cp:lastModifiedBy>Mario Mingarro López</cp:lastModifiedBy>
  <cp:revision>3</cp:revision>
  <dcterms:created xsi:type="dcterms:W3CDTF">2025-12-16T12:37:00Z</dcterms:created>
  <dcterms:modified xsi:type="dcterms:W3CDTF">2025-12-17T10:32:25Z</dcterms:modified>
</cp:coreProperties>
</file>